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人工智能导论 · 第10讲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检索增强生成（RAG）基础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本讲提纲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一、大语言模型的三个固有局限</a:t>
            </a:r>
          </a:p>
          <a:p>
            <a:pPr>
              <a:defRPr sz="1800"/>
            </a:pPr>
            <a:r>
              <a:t>二、RAG 的基本思想：先检索，后生成</a:t>
            </a:r>
          </a:p>
          <a:p>
            <a:pPr>
              <a:defRPr sz="1800"/>
            </a:pPr>
            <a:r>
              <a:t>三、知识库构建：文档加载、切分、向量化、入库</a:t>
            </a:r>
          </a:p>
          <a:p>
            <a:pPr>
              <a:defRPr sz="1800"/>
            </a:pPr>
            <a:r>
              <a:t>四、在线问答：查询改写、相似度检索、提示词组装</a:t>
            </a:r>
          </a:p>
          <a:p>
            <a:pPr>
              <a:defRPr sz="1800"/>
            </a:pPr>
            <a:r>
              <a:t>五、RAG 与模型微调的区别及选型建议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一、大语言模型的三个固有局限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知识截止：模型参数只包含训练截止日期之前的知识，无法回答最新事实</a:t>
            </a:r>
          </a:p>
          <a:p>
            <a:pPr>
              <a:defRPr sz="1800"/>
            </a:pPr>
            <a:r>
              <a:t>幻觉问题：在缺乏依据时可能生成看似合理但并不真实的内容</a:t>
            </a:r>
          </a:p>
          <a:p>
            <a:pPr>
              <a:defRPr sz="1800"/>
            </a:pPr>
            <a:r>
              <a:t>私有数据缺失：模型没有学习过企业内部文档、课程讲义等非公开资料</a:t>
            </a:r>
          </a:p>
          <a:p>
            <a:pPr>
              <a:defRPr sz="1800"/>
            </a:pPr>
            <a:r>
              <a:t>仅靠扩大模型规模无法从根本上解决上述问题，需要外部知识注入机制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二、RAG 的基本思想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RAG = Retrieval（检索）+ Augmented（增强）+ Generation（生成）</a:t>
            </a:r>
          </a:p>
          <a:p>
            <a:pPr>
              <a:defRPr sz="1800"/>
            </a:pPr>
            <a:r>
              <a:t>核心思想：回答问题前，先从外部知识库中检索相关片段，再让大模型基于片段作答</a:t>
            </a:r>
          </a:p>
          <a:p>
            <a:pPr>
              <a:defRPr sz="1800"/>
            </a:pPr>
            <a:r>
              <a:t>类比开卷考试：模型不再只凭记忆答题，而是可以查阅给定资料</a:t>
            </a:r>
          </a:p>
          <a:p>
            <a:pPr>
              <a:defRPr sz="1800"/>
            </a:pPr>
            <a:r>
              <a:t>两大优势：答案有据可依、可溯源；更新知识只需更新知识库，无需重新训练模型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三、知识库构建（离线流程）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第1步 文档加载：解析 PDF、Word、PPT、TXT 等格式，提取纯文本</a:t>
            </a:r>
          </a:p>
          <a:p>
            <a:pPr>
              <a:defRPr sz="1800"/>
            </a:pPr>
            <a:r>
              <a:t>第2步 文本切分：把长文档切成数百字的小块（chunk），保留语义完整</a:t>
            </a:r>
          </a:p>
          <a:p>
            <a:pPr>
              <a:defRPr sz="1800"/>
            </a:pPr>
            <a:r>
              <a:t>第3步 向量化：用 Embedding 模型把每个文本块映射为高维稠密向量</a:t>
            </a:r>
          </a:p>
          <a:p>
            <a:pPr>
              <a:defRPr sz="1800"/>
            </a:pPr>
            <a:r>
              <a:t>第4步 入库：将文本块、向量和元数据（来源、页码）存入向量数据库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文本切分的关键参数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chunk_size：每个文本块的最大长度，常用 300~800 个汉字</a:t>
            </a:r>
          </a:p>
          <a:p>
            <a:pPr>
              <a:defRPr sz="1800"/>
            </a:pPr>
            <a:r>
              <a:t>chunk_overlap：相邻块之间的重叠长度，通常取块长的 10%~20%，用于避免语义被切断</a:t>
            </a:r>
          </a:p>
          <a:p>
            <a:pPr>
              <a:defRPr sz="1800"/>
            </a:pPr>
            <a:r>
              <a:t>切分器选择：递归字符切分器按段落、句号、换行等分隔符逐级回退，通用性最好</a:t>
            </a:r>
          </a:p>
          <a:p>
            <a:pPr>
              <a:defRPr sz="1800"/>
            </a:pPr>
            <a:r>
              <a:t>块太大：检索噪声多、超出上下文；块太小：信息不完整、语义丢失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Embedding 与向量数据库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Embedding 模型把语义相近的文本映射为距离相近的向量</a:t>
            </a:r>
          </a:p>
          <a:p>
            <a:pPr>
              <a:defRPr sz="1800"/>
            </a:pPr>
            <a:r>
              <a:t>中文场景常用模型：BAAI/bge-small-zh-v1.5（本地部署、免费、离线可用）</a:t>
            </a:r>
          </a:p>
          <a:p>
            <a:pPr>
              <a:defRPr sz="1800"/>
            </a:pPr>
            <a:r>
              <a:t>也可调用商用接口：如通义千问 text-embedding-v3</a:t>
            </a:r>
          </a:p>
          <a:p>
            <a:pPr>
              <a:defRPr sz="1800"/>
            </a:pPr>
            <a:r>
              <a:t>向量数据库负责存储向量并支持近邻检索，入门首选 Chroma（轻量、本地持久化、零运维）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四、在线问答流程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第1步 查询改写：结合对话历史把口语化追问改写为独立、完整的问题</a:t>
            </a:r>
          </a:p>
          <a:p>
            <a:pPr>
              <a:defRPr sz="1800"/>
            </a:pPr>
            <a:r>
              <a:t>第2步 相似度检索：把问题向量化，从库中召回最相关的 top-k 个文本块</a:t>
            </a:r>
          </a:p>
          <a:p>
            <a:pPr>
              <a:defRPr sz="1800"/>
            </a:pPr>
            <a:r>
              <a:t>第3步 提示词组装：把检索结果作为背景资料与问题一起填入提示词模板</a:t>
            </a:r>
          </a:p>
          <a:p>
            <a:pPr>
              <a:defRPr sz="1800"/>
            </a:pPr>
            <a:r>
              <a:t>第4步 生成与引用：大模型基于资料作答，并要求标注信息来源，降低幻觉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查询改写与多轮对话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问题示例：历史中已问“什么是 RAG”，用户追问“它和微调有什么区别”</a:t>
            </a:r>
          </a:p>
          <a:p>
            <a:pPr>
              <a:defRPr sz="1800"/>
            </a:pPr>
            <a:r>
              <a:t>若不处理，“它”指代丢失，检索会偏离主题</a:t>
            </a:r>
          </a:p>
          <a:p>
            <a:pPr>
              <a:defRPr sz="1800"/>
            </a:pPr>
            <a:r>
              <a:t>历史感知检索器（history-aware retriever）会把追问改写成：“RAG 和模型微调有什么区别”</a:t>
            </a:r>
          </a:p>
          <a:p>
            <a:pPr>
              <a:defRPr sz="1800"/>
            </a:pPr>
            <a:r>
              <a:t>改写后再检索，能显著提升多轮对话的召回准确率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五、RAG 与微调的区别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知识更新方式：RAG 更新文档即可；微调需要准备训练集并重新训练</a:t>
            </a:r>
          </a:p>
          <a:p>
            <a:pPr>
              <a:defRPr sz="1800"/>
            </a:pPr>
            <a:r>
              <a:t>可解释性：RAG 答案可溯源到原文；微调的知识固化在参数中，难以追溯</a:t>
            </a:r>
          </a:p>
          <a:p>
            <a:pPr>
              <a:defRPr sz="1800"/>
            </a:pPr>
            <a:r>
              <a:t>成本：RAG 主要是检索与提示词成本；微调需要算力与数据标注</a:t>
            </a:r>
          </a:p>
          <a:p>
            <a:pPr>
              <a:defRPr sz="1800"/>
            </a:pPr>
            <a:r>
              <a:t>选型建议：事实问答、课程答疑、企业知识库优先 RAG；风格模仿、领域能力内化可考虑微调，二者也可结合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本讲小结与思考题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小结：RAG 通过“检索外部知识 + 模型生成”解决知识截止、幻觉与私有数据问题</a:t>
            </a:r>
          </a:p>
          <a:p>
            <a:pPr>
              <a:defRPr sz="1800"/>
            </a:pPr>
            <a:r>
              <a:t>完整链路：加载→切分→Embedding→入库→改写→检索→组装→生成</a:t>
            </a:r>
          </a:p>
          <a:p>
            <a:pPr>
              <a:defRPr sz="1800"/>
            </a:pPr>
            <a:r>
              <a:t>思考题1：chunk_size 设得过大或过小分别会带来什么问题？</a:t>
            </a:r>
          </a:p>
          <a:p>
            <a:pPr>
              <a:defRPr sz="1800"/>
            </a:pPr>
            <a:r>
              <a:t>思考题2：如果检索回来的资料与问题无关，RAG 系统可能出现什么现象？应如何排查？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人工智能导论 第10讲 RAG基础</dc:title>
  <dc:subject/>
  <dc:creator>课程笔记智能问答助手-示例课件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